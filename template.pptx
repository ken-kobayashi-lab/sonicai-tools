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2"/>
    <p:sldId id="266" r:id="rId3"/>
    <p:sldId id="267" r:id="rId4"/>
    <p:sldId id="268" r:id="rId5"/>
    <p:sldId id="269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28"/>
    <p:restoredTop sz="94686"/>
  </p:normalViewPr>
  <p:slideViewPr>
    <p:cSldViewPr snapToGrid="0">
      <p:cViewPr>
        <p:scale>
          <a:sx n="96" d="100"/>
          <a:sy n="96" d="100"/>
        </p:scale>
        <p:origin x="4440" y="20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_Coe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3">
            <a:extLst>
              <a:ext uri="{FF2B5EF4-FFF2-40B4-BE49-F238E27FC236}">
                <a16:creationId xmlns:a16="http://schemas.microsoft.com/office/drawing/2014/main" id="{F9F0B974-C3E2-3961-E864-25B8662194E5}"/>
              </a:ext>
            </a:extLst>
          </p:cNvPr>
          <p:cNvGrpSpPr/>
          <p:nvPr userDrawn="1"/>
        </p:nvGrpSpPr>
        <p:grpSpPr>
          <a:xfrm>
            <a:off x="0" y="-126673"/>
            <a:ext cx="8263009" cy="6984673"/>
            <a:chOff x="0" y="-47625"/>
            <a:chExt cx="2867319" cy="2756958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1EF1C25-96E3-32A7-C8E5-89461EF038C6}"/>
                </a:ext>
              </a:extLst>
            </p:cNvPr>
            <p:cNvSpPr/>
            <p:nvPr/>
          </p:nvSpPr>
          <p:spPr>
            <a:xfrm>
              <a:off x="0" y="0"/>
              <a:ext cx="2690242" cy="2709333"/>
            </a:xfrm>
            <a:custGeom>
              <a:avLst/>
              <a:gdLst/>
              <a:ahLst/>
              <a:cxnLst/>
              <a:rect l="l" t="t" r="r" b="b"/>
              <a:pathLst>
                <a:path w="2867319" h="2709333">
                  <a:moveTo>
                    <a:pt x="0" y="0"/>
                  </a:moveTo>
                  <a:lnTo>
                    <a:pt x="2867319" y="0"/>
                  </a:lnTo>
                  <a:lnTo>
                    <a:pt x="286731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3" name="TextBox 5">
              <a:extLst>
                <a:ext uri="{FF2B5EF4-FFF2-40B4-BE49-F238E27FC236}">
                  <a16:creationId xmlns:a16="http://schemas.microsoft.com/office/drawing/2014/main" id="{CEFEE76D-7546-3D5E-4D1C-1B15342BF605}"/>
                </a:ext>
              </a:extLst>
            </p:cNvPr>
            <p:cNvSpPr txBox="1"/>
            <p:nvPr/>
          </p:nvSpPr>
          <p:spPr>
            <a:xfrm>
              <a:off x="0" y="-47625"/>
              <a:ext cx="2867319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4"/>
                </a:lnSpc>
              </a:pPr>
              <a:endParaRPr/>
            </a:p>
          </p:txBody>
        </p:sp>
      </p:grpSp>
      <p:sp>
        <p:nvSpPr>
          <p:cNvPr id="8" name="Freeform 2">
            <a:extLst>
              <a:ext uri="{FF2B5EF4-FFF2-40B4-BE49-F238E27FC236}">
                <a16:creationId xmlns:a16="http://schemas.microsoft.com/office/drawing/2014/main" id="{49FC19F3-B1DA-9AF5-E13B-D95B5335972C}"/>
              </a:ext>
            </a:extLst>
          </p:cNvPr>
          <p:cNvSpPr/>
          <p:nvPr userDrawn="1"/>
        </p:nvSpPr>
        <p:spPr>
          <a:xfrm>
            <a:off x="-57195" y="0"/>
            <a:ext cx="7809905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21136"/>
            </a:blip>
            <a:srcRect/>
            <a:stretch>
              <a:fillRect l="-64698" r="-9474" b="-4532"/>
            </a:stretch>
          </a:blipFill>
        </p:spPr>
        <p:txBody>
          <a:bodyPr/>
          <a:lstStyle/>
          <a:p>
            <a:endParaRPr lang="ja-JP" altLang="en-US"/>
          </a:p>
        </p:txBody>
      </p:sp>
      <p:sp>
        <p:nvSpPr>
          <p:cNvPr id="15" name="copmany name_text area ">
            <a:extLst>
              <a:ext uri="{FF2B5EF4-FFF2-40B4-BE49-F238E27FC236}">
                <a16:creationId xmlns:a16="http://schemas.microsoft.com/office/drawing/2014/main" id="{FC702A2B-C63E-2720-C28B-614AA3D55C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874000" y="182563"/>
            <a:ext cx="4186238" cy="731837"/>
          </a:xfrm>
        </p:spPr>
        <p:txBody>
          <a:bodyPr/>
          <a:lstStyle>
            <a:lvl1pPr>
              <a:buNone/>
              <a:defRPr sz="2000"/>
            </a:lvl1pPr>
          </a:lstStyle>
          <a:p>
            <a:pPr lvl="0"/>
            <a:endParaRPr kumimoji="1" lang="ja-JP" altLang="en-US"/>
          </a:p>
        </p:txBody>
      </p:sp>
      <p:sp>
        <p:nvSpPr>
          <p:cNvPr id="17" name="Project name_text area ">
            <a:extLst>
              <a:ext uri="{FF2B5EF4-FFF2-40B4-BE49-F238E27FC236}">
                <a16:creationId xmlns:a16="http://schemas.microsoft.com/office/drawing/2014/main" id="{5A2725F4-15CD-1EE0-5DC0-EDE0F29C97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874000" y="1940560"/>
            <a:ext cx="4186238" cy="731837"/>
          </a:xfrm>
        </p:spPr>
        <p:txBody>
          <a:bodyPr/>
          <a:lstStyle>
            <a:lvl1pPr>
              <a:buNone/>
              <a:defRPr sz="2800"/>
            </a:lvl1pPr>
          </a:lstStyle>
          <a:p>
            <a:pPr lvl="0"/>
            <a:endParaRPr kumimoji="1" lang="ja-JP" altLang="en-US"/>
          </a:p>
        </p:txBody>
      </p:sp>
      <p:sp>
        <p:nvSpPr>
          <p:cNvPr id="2" name="profile_text area ">
            <a:extLst>
              <a:ext uri="{FF2B5EF4-FFF2-40B4-BE49-F238E27FC236}">
                <a16:creationId xmlns:a16="http://schemas.microsoft.com/office/drawing/2014/main" id="{EC8143B0-5F73-87B1-7684-732C5C5047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74000" y="4602163"/>
            <a:ext cx="4186238" cy="2073274"/>
          </a:xfrm>
        </p:spPr>
        <p:txBody>
          <a:bodyPr/>
          <a:lstStyle>
            <a:lvl1pPr>
              <a:buNone/>
              <a:defRPr sz="1400"/>
            </a:lvl1pPr>
          </a:lstStyle>
          <a:p>
            <a:pPr lvl="0"/>
            <a:endParaRPr kumimoji="1" lang="ja-JP" altLang="en-US"/>
          </a:p>
        </p:txBody>
      </p:sp>
      <p:pic>
        <p:nvPicPr>
          <p:cNvPr id="3" name="図 2" descr="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0A7767E4-2E29-9041-5650-785D457BF24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9690" y="920701"/>
            <a:ext cx="7772400" cy="2771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784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ayout_Cond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4E5068-0FF6-D663-EDB6-1F7C84762E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/>
              <a:t>検証内容・条件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EE3D464-D4BA-4104-C7D2-6F66049E8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64D6C-7A1C-9348-8AC7-2D8E7FEEDE81}" type="datetimeFigureOut">
              <a:rPr kumimoji="1" lang="ja-JP" altLang="en-US" smtClean="0"/>
              <a:t>2026/5/23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0BEBC75-E122-9826-08B6-1409E59AE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742A25E-0FEE-3730-DFB9-9D62C7E0A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2D659-A7AB-C242-BC25-AE059370A8FE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検証条件_text area">
            <a:extLst>
              <a:ext uri="{FF2B5EF4-FFF2-40B4-BE49-F238E27FC236}">
                <a16:creationId xmlns:a16="http://schemas.microsoft.com/office/drawing/2014/main" id="{9889C0E1-7D3C-8092-34D1-6EA42CF99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1889761"/>
            <a:ext cx="6121400" cy="4104640"/>
          </a:xfrm>
        </p:spPr>
        <p:txBody>
          <a:bodyPr/>
          <a:lstStyle>
            <a:lvl1pPr>
              <a:buNone/>
              <a:defRPr sz="1600">
                <a:latin typeface="Meiryo UI" panose="020B0604030504040204" pitchFamily="34" charset="-128"/>
                <a:ea typeface="Meiryo UI" panose="020B0604030504040204" pitchFamily="34" charset="-128"/>
                <a:cs typeface="Menlo" panose="020B0609030804020204" pitchFamily="49" charset="0"/>
              </a:defRPr>
            </a:lvl1pPr>
            <a:lvl2pPr>
              <a:defRPr>
                <a:latin typeface="Meiryo UI" panose="020B0604030504040204" pitchFamily="34" charset="-128"/>
                <a:ea typeface="Meiryo UI" panose="020B0604030504040204" pitchFamily="34" charset="-128"/>
                <a:cs typeface="Menlo" panose="020B0609030804020204" pitchFamily="49" charset="0"/>
              </a:defRPr>
            </a:lvl2pPr>
            <a:lvl3pPr>
              <a:defRPr>
                <a:latin typeface="Meiryo UI" panose="020B0604030504040204" pitchFamily="34" charset="-128"/>
                <a:ea typeface="Meiryo UI" panose="020B0604030504040204" pitchFamily="34" charset="-128"/>
                <a:cs typeface="Menlo" panose="020B0609030804020204" pitchFamily="49" charset="0"/>
              </a:defRPr>
            </a:lvl3pPr>
            <a:lvl4pPr>
              <a:defRPr>
                <a:latin typeface="Meiryo UI" panose="020B0604030504040204" pitchFamily="34" charset="-128"/>
                <a:ea typeface="Meiryo UI" panose="020B0604030504040204" pitchFamily="34" charset="-128"/>
                <a:cs typeface="Menlo" panose="020B0609030804020204" pitchFamily="49" charset="0"/>
              </a:defRPr>
            </a:lvl4pPr>
            <a:lvl5pPr>
              <a:defRPr>
                <a:latin typeface="Meiryo UI" panose="020B0604030504040204" pitchFamily="34" charset="-128"/>
                <a:ea typeface="Meiryo UI" panose="020B0604030504040204" pitchFamily="34" charset="-128"/>
                <a:cs typeface="Menlo" panose="020B0609030804020204" pitchFamily="49" charset="0"/>
              </a:defRPr>
            </a:lvl5pPr>
          </a:lstStyle>
          <a:p>
            <a:pPr lvl="0"/>
            <a:r>
              <a:rPr kumimoji="1" lang="en-US" altLang="ja-JP" dirty="0"/>
              <a:t>	</a:t>
            </a:r>
            <a:endParaRPr kumimoji="1" lang="ja-JP" altLang="en-US"/>
          </a:p>
        </p:txBody>
      </p:sp>
      <p:sp>
        <p:nvSpPr>
          <p:cNvPr id="9" name="設置図_image area">
            <a:extLst>
              <a:ext uri="{FF2B5EF4-FFF2-40B4-BE49-F238E27FC236}">
                <a16:creationId xmlns:a16="http://schemas.microsoft.com/office/drawing/2014/main" id="{5185AB41-D2B9-48D7-DA75-4D026B8BF64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142163" y="1891007"/>
            <a:ext cx="4211637" cy="4103394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EF9B455C-5B41-B39C-F704-A5BFFDDF2161}"/>
              </a:ext>
            </a:extLst>
          </p:cNvPr>
          <p:cNvSpPr/>
          <p:nvPr userDrawn="1"/>
        </p:nvSpPr>
        <p:spPr>
          <a:xfrm>
            <a:off x="0" y="6580208"/>
            <a:ext cx="12192000" cy="277792"/>
          </a:xfrm>
          <a:prstGeom prst="rect">
            <a:avLst/>
          </a:prstGeom>
          <a:solidFill>
            <a:srgbClr val="FF7C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77E9F45B-ADD2-6B42-E7A5-F56C0E200FA5}"/>
              </a:ext>
            </a:extLst>
          </p:cNvPr>
          <p:cNvSpPr/>
          <p:nvPr userDrawn="1"/>
        </p:nvSpPr>
        <p:spPr>
          <a:xfrm>
            <a:off x="10441811" y="101801"/>
            <a:ext cx="1653733" cy="3390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n>
                  <a:solidFill>
                    <a:srgbClr val="FF0000"/>
                  </a:solidFill>
                </a:ln>
              </a:rPr>
              <a:t>Confidential</a:t>
            </a:r>
            <a:endParaRPr kumimoji="1" lang="ja-JP" altLang="en-US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076003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Layout_Res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4E5068-0FF6-D663-EDB6-1F7C84762E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/>
              <a:t>検証結果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EE3D464-D4BA-4104-C7D2-6F66049E8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64D6C-7A1C-9348-8AC7-2D8E7FEEDE81}" type="datetimeFigureOut">
              <a:rPr kumimoji="1" lang="ja-JP" altLang="en-US" smtClean="0"/>
              <a:t>2026/5/23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0BEBC75-E122-9826-08B6-1409E59AE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742A25E-0FEE-3730-DFB9-9D62C7E0A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2D659-A7AB-C242-BC25-AE059370A8FE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検証結果_text area">
            <a:extLst>
              <a:ext uri="{FF2B5EF4-FFF2-40B4-BE49-F238E27FC236}">
                <a16:creationId xmlns:a16="http://schemas.microsoft.com/office/drawing/2014/main" id="{9889C0E1-7D3C-8092-34D1-6EA42CF999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90000"/>
            <a:ext cx="10515600" cy="4104000"/>
          </a:xfrm>
        </p:spPr>
        <p:txBody>
          <a:bodyPr/>
          <a:lstStyle>
            <a:lvl1pPr>
              <a:buNone/>
              <a:defRPr sz="1600">
                <a:latin typeface="Meiryo UI" panose="020B0604030504040204" pitchFamily="34" charset="-128"/>
                <a:ea typeface="Meiryo UI" panose="020B0604030504040204" pitchFamily="34" charset="-128"/>
                <a:cs typeface="Menlo" panose="020B0609030804020204" pitchFamily="49" charset="0"/>
              </a:defRPr>
            </a:lvl1pPr>
            <a:lvl2pPr>
              <a:defRPr>
                <a:latin typeface="Meiryo UI" panose="020B0604030504040204" pitchFamily="34" charset="-128"/>
                <a:ea typeface="Meiryo UI" panose="020B0604030504040204" pitchFamily="34" charset="-128"/>
                <a:cs typeface="Menlo" panose="020B0609030804020204" pitchFamily="49" charset="0"/>
              </a:defRPr>
            </a:lvl2pPr>
            <a:lvl3pPr>
              <a:defRPr>
                <a:latin typeface="Meiryo UI" panose="020B0604030504040204" pitchFamily="34" charset="-128"/>
                <a:ea typeface="Meiryo UI" panose="020B0604030504040204" pitchFamily="34" charset="-128"/>
                <a:cs typeface="Menlo" panose="020B0609030804020204" pitchFamily="49" charset="0"/>
              </a:defRPr>
            </a:lvl3pPr>
            <a:lvl4pPr>
              <a:defRPr>
                <a:latin typeface="Meiryo UI" panose="020B0604030504040204" pitchFamily="34" charset="-128"/>
                <a:ea typeface="Meiryo UI" panose="020B0604030504040204" pitchFamily="34" charset="-128"/>
                <a:cs typeface="Menlo" panose="020B0609030804020204" pitchFamily="49" charset="0"/>
              </a:defRPr>
            </a:lvl4pPr>
            <a:lvl5pPr>
              <a:defRPr>
                <a:latin typeface="Meiryo UI" panose="020B0604030504040204" pitchFamily="34" charset="-128"/>
                <a:ea typeface="Meiryo UI" panose="020B0604030504040204" pitchFamily="34" charset="-128"/>
                <a:cs typeface="Menlo" panose="020B0609030804020204" pitchFamily="49" charset="0"/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065FCF7-BE19-BF6A-516A-80F9C4AECB8B}"/>
              </a:ext>
            </a:extLst>
          </p:cNvPr>
          <p:cNvSpPr/>
          <p:nvPr userDrawn="1"/>
        </p:nvSpPr>
        <p:spPr>
          <a:xfrm>
            <a:off x="0" y="6580208"/>
            <a:ext cx="12192000" cy="277792"/>
          </a:xfrm>
          <a:prstGeom prst="rect">
            <a:avLst/>
          </a:prstGeom>
          <a:solidFill>
            <a:srgbClr val="FF7C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9306373-E4A8-4426-0030-9E51AF8EB2D8}"/>
              </a:ext>
            </a:extLst>
          </p:cNvPr>
          <p:cNvSpPr/>
          <p:nvPr userDrawn="1"/>
        </p:nvSpPr>
        <p:spPr>
          <a:xfrm>
            <a:off x="10441811" y="101801"/>
            <a:ext cx="1653733" cy="3390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n>
                  <a:solidFill>
                    <a:srgbClr val="FF0000"/>
                  </a:solidFill>
                </a:ln>
              </a:rPr>
              <a:t>Confidential</a:t>
            </a:r>
            <a:endParaRPr kumimoji="1" lang="ja-JP" altLang="en-US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177727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ayout_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4E5068-0FF6-D663-EDB6-1F7C84762E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/>
              <a:t>検証画像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EE3D464-D4BA-4104-C7D2-6F66049E8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64D6C-7A1C-9348-8AC7-2D8E7FEEDE81}" type="datetimeFigureOut">
              <a:rPr kumimoji="1" lang="ja-JP" altLang="en-US" smtClean="0"/>
              <a:t>2026/5/23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0BEBC75-E122-9826-08B6-1409E59AE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742A25E-0FEE-3730-DFB9-9D62C7E0A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2D659-A7AB-C242-BC25-AE059370A8FE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検証画像コメント1_text area">
            <a:extLst>
              <a:ext uri="{FF2B5EF4-FFF2-40B4-BE49-F238E27FC236}">
                <a16:creationId xmlns:a16="http://schemas.microsoft.com/office/drawing/2014/main" id="{9889C0E1-7D3C-8092-34D1-6EA42CF999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5167311"/>
            <a:ext cx="5074922" cy="917575"/>
          </a:xfrm>
        </p:spPr>
        <p:txBody>
          <a:bodyPr/>
          <a:lstStyle>
            <a:lvl1pPr>
              <a:buNone/>
              <a:defRPr sz="1400">
                <a:latin typeface="Meiryo UI" panose="020B0604030504040204" pitchFamily="34" charset="-128"/>
                <a:ea typeface="Meiryo UI" panose="020B0604030504040204" pitchFamily="34" charset="-128"/>
                <a:cs typeface="Menlo" panose="020B0609030804020204" pitchFamily="49" charset="0"/>
              </a:defRPr>
            </a:lvl1pPr>
            <a:lvl2pPr>
              <a:defRPr>
                <a:latin typeface="Meiryo UI" panose="020B0604030504040204" pitchFamily="34" charset="-128"/>
                <a:ea typeface="Meiryo UI" panose="020B0604030504040204" pitchFamily="34" charset="-128"/>
                <a:cs typeface="Menlo" panose="020B0609030804020204" pitchFamily="49" charset="0"/>
              </a:defRPr>
            </a:lvl2pPr>
            <a:lvl3pPr>
              <a:defRPr>
                <a:latin typeface="Meiryo UI" panose="020B0604030504040204" pitchFamily="34" charset="-128"/>
                <a:ea typeface="Meiryo UI" panose="020B0604030504040204" pitchFamily="34" charset="-128"/>
                <a:cs typeface="Menlo" panose="020B0609030804020204" pitchFamily="49" charset="0"/>
              </a:defRPr>
            </a:lvl3pPr>
            <a:lvl4pPr>
              <a:defRPr>
                <a:latin typeface="Meiryo UI" panose="020B0604030504040204" pitchFamily="34" charset="-128"/>
                <a:ea typeface="Meiryo UI" panose="020B0604030504040204" pitchFamily="34" charset="-128"/>
                <a:cs typeface="Menlo" panose="020B0609030804020204" pitchFamily="49" charset="0"/>
              </a:defRPr>
            </a:lvl4pPr>
            <a:lvl5pPr>
              <a:defRPr>
                <a:latin typeface="Meiryo UI" panose="020B0604030504040204" pitchFamily="34" charset="-128"/>
                <a:ea typeface="Meiryo UI" panose="020B0604030504040204" pitchFamily="34" charset="-128"/>
                <a:cs typeface="Menlo" panose="020B0609030804020204" pitchFamily="49" charset="0"/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8" name="検証画像1_image area">
            <a:extLst>
              <a:ext uri="{FF2B5EF4-FFF2-40B4-BE49-F238E27FC236}">
                <a16:creationId xmlns:a16="http://schemas.microsoft.com/office/drawing/2014/main" id="{D199F0B1-ADA8-8901-7B07-22B958414AD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0" y="1890000"/>
            <a:ext cx="5074922" cy="3128963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9" name="検証画像2_image area">
            <a:extLst>
              <a:ext uri="{FF2B5EF4-FFF2-40B4-BE49-F238E27FC236}">
                <a16:creationId xmlns:a16="http://schemas.microsoft.com/office/drawing/2014/main" id="{748E1B3E-C54B-1DB0-6AF6-6635F218220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78880" y="1890000"/>
            <a:ext cx="5074922" cy="3128963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10" name="検証画像コメント2_text area">
            <a:extLst>
              <a:ext uri="{FF2B5EF4-FFF2-40B4-BE49-F238E27FC236}">
                <a16:creationId xmlns:a16="http://schemas.microsoft.com/office/drawing/2014/main" id="{E1AC04B3-19A3-AE83-4F67-32ADB4B6D90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78878" y="5167311"/>
            <a:ext cx="5074922" cy="917575"/>
          </a:xfrm>
        </p:spPr>
        <p:txBody>
          <a:bodyPr/>
          <a:lstStyle>
            <a:lvl1pPr>
              <a:buNone/>
              <a:defRPr sz="1400">
                <a:latin typeface="Meiryo UI" panose="020B0604030504040204" pitchFamily="34" charset="-128"/>
                <a:ea typeface="Meiryo UI" panose="020B0604030504040204" pitchFamily="34" charset="-128"/>
                <a:cs typeface="Menlo" panose="020B0609030804020204" pitchFamily="49" charset="0"/>
              </a:defRPr>
            </a:lvl1pPr>
            <a:lvl2pPr>
              <a:defRPr>
                <a:latin typeface="Meiryo UI" panose="020B0604030504040204" pitchFamily="34" charset="-128"/>
                <a:ea typeface="Meiryo UI" panose="020B0604030504040204" pitchFamily="34" charset="-128"/>
                <a:cs typeface="Menlo" panose="020B0609030804020204" pitchFamily="49" charset="0"/>
              </a:defRPr>
            </a:lvl2pPr>
            <a:lvl3pPr>
              <a:defRPr>
                <a:latin typeface="Meiryo UI" panose="020B0604030504040204" pitchFamily="34" charset="-128"/>
                <a:ea typeface="Meiryo UI" panose="020B0604030504040204" pitchFamily="34" charset="-128"/>
                <a:cs typeface="Menlo" panose="020B0609030804020204" pitchFamily="49" charset="0"/>
              </a:defRPr>
            </a:lvl3pPr>
            <a:lvl4pPr>
              <a:defRPr>
                <a:latin typeface="Meiryo UI" panose="020B0604030504040204" pitchFamily="34" charset="-128"/>
                <a:ea typeface="Meiryo UI" panose="020B0604030504040204" pitchFamily="34" charset="-128"/>
                <a:cs typeface="Menlo" panose="020B0609030804020204" pitchFamily="49" charset="0"/>
              </a:defRPr>
            </a:lvl4pPr>
            <a:lvl5pPr>
              <a:defRPr>
                <a:latin typeface="Meiryo UI" panose="020B0604030504040204" pitchFamily="34" charset="-128"/>
                <a:ea typeface="Meiryo UI" panose="020B0604030504040204" pitchFamily="34" charset="-128"/>
                <a:cs typeface="Menlo" panose="020B0609030804020204" pitchFamily="49" charset="0"/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AA56822-95D6-12A5-A198-E9F879B9511C}"/>
              </a:ext>
            </a:extLst>
          </p:cNvPr>
          <p:cNvSpPr/>
          <p:nvPr userDrawn="1"/>
        </p:nvSpPr>
        <p:spPr>
          <a:xfrm>
            <a:off x="0" y="6580208"/>
            <a:ext cx="12192000" cy="277792"/>
          </a:xfrm>
          <a:prstGeom prst="rect">
            <a:avLst/>
          </a:prstGeom>
          <a:solidFill>
            <a:srgbClr val="FF7C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D940B67-3C68-27D7-B7C9-0FDE271A48FC}"/>
              </a:ext>
            </a:extLst>
          </p:cNvPr>
          <p:cNvSpPr/>
          <p:nvPr userDrawn="1"/>
        </p:nvSpPr>
        <p:spPr>
          <a:xfrm>
            <a:off x="10441811" y="101801"/>
            <a:ext cx="1653733" cy="3390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n>
                  <a:solidFill>
                    <a:srgbClr val="FF0000"/>
                  </a:solidFill>
                </a:ln>
              </a:rPr>
              <a:t>Confidential</a:t>
            </a:r>
            <a:endParaRPr kumimoji="1" lang="ja-JP" altLang="en-US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470321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Layout_Summ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4E5068-0FF6-D663-EDB6-1F7C84762E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/>
              <a:t>ご提案まとめ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EE3D464-D4BA-4104-C7D2-6F66049E8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64D6C-7A1C-9348-8AC7-2D8E7FEEDE81}" type="datetimeFigureOut">
              <a:rPr kumimoji="1" lang="ja-JP" altLang="en-US" smtClean="0"/>
              <a:t>2026/5/23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0BEBC75-E122-9826-08B6-1409E59AE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742A25E-0FEE-3730-DFB9-9D62C7E0A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2D659-A7AB-C242-BC25-AE059370A8FE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ご提案まとめ_text area">
            <a:extLst>
              <a:ext uri="{FF2B5EF4-FFF2-40B4-BE49-F238E27FC236}">
                <a16:creationId xmlns:a16="http://schemas.microsoft.com/office/drawing/2014/main" id="{9889C0E1-7D3C-8092-34D1-6EA42CF999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90000"/>
            <a:ext cx="10515600" cy="4104000"/>
          </a:xfrm>
        </p:spPr>
        <p:txBody>
          <a:bodyPr/>
          <a:lstStyle>
            <a:lvl1pPr>
              <a:buNone/>
              <a:defRPr sz="1600">
                <a:latin typeface="Meiryo UI" panose="020B0604030504040204" pitchFamily="34" charset="-128"/>
                <a:ea typeface="Meiryo UI" panose="020B0604030504040204" pitchFamily="34" charset="-128"/>
                <a:cs typeface="Menlo" panose="020B0609030804020204" pitchFamily="49" charset="0"/>
              </a:defRPr>
            </a:lvl1pPr>
            <a:lvl2pPr>
              <a:defRPr>
                <a:latin typeface="Meiryo UI" panose="020B0604030504040204" pitchFamily="34" charset="-128"/>
                <a:ea typeface="Meiryo UI" panose="020B0604030504040204" pitchFamily="34" charset="-128"/>
                <a:cs typeface="Menlo" panose="020B0609030804020204" pitchFamily="49" charset="0"/>
              </a:defRPr>
            </a:lvl2pPr>
            <a:lvl3pPr>
              <a:defRPr>
                <a:latin typeface="Meiryo UI" panose="020B0604030504040204" pitchFamily="34" charset="-128"/>
                <a:ea typeface="Meiryo UI" panose="020B0604030504040204" pitchFamily="34" charset="-128"/>
                <a:cs typeface="Menlo" panose="020B0609030804020204" pitchFamily="49" charset="0"/>
              </a:defRPr>
            </a:lvl3pPr>
            <a:lvl4pPr>
              <a:defRPr>
                <a:latin typeface="Meiryo UI" panose="020B0604030504040204" pitchFamily="34" charset="-128"/>
                <a:ea typeface="Meiryo UI" panose="020B0604030504040204" pitchFamily="34" charset="-128"/>
                <a:cs typeface="Menlo" panose="020B0609030804020204" pitchFamily="49" charset="0"/>
              </a:defRPr>
            </a:lvl4pPr>
            <a:lvl5pPr>
              <a:defRPr>
                <a:latin typeface="Meiryo UI" panose="020B0604030504040204" pitchFamily="34" charset="-128"/>
                <a:ea typeface="Meiryo UI" panose="020B0604030504040204" pitchFamily="34" charset="-128"/>
                <a:cs typeface="Menlo" panose="020B0609030804020204" pitchFamily="49" charset="0"/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8DF3C90-E2CD-49BB-9C7A-BBF44F344C6B}"/>
              </a:ext>
            </a:extLst>
          </p:cNvPr>
          <p:cNvSpPr/>
          <p:nvPr userDrawn="1"/>
        </p:nvSpPr>
        <p:spPr>
          <a:xfrm>
            <a:off x="0" y="6580208"/>
            <a:ext cx="12192000" cy="277792"/>
          </a:xfrm>
          <a:prstGeom prst="rect">
            <a:avLst/>
          </a:prstGeom>
          <a:solidFill>
            <a:srgbClr val="FF7C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DA36241-DFC4-0D9E-5E96-D2B56F9052FA}"/>
              </a:ext>
            </a:extLst>
          </p:cNvPr>
          <p:cNvSpPr/>
          <p:nvPr userDrawn="1"/>
        </p:nvSpPr>
        <p:spPr>
          <a:xfrm>
            <a:off x="10441811" y="101801"/>
            <a:ext cx="1653733" cy="3390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n>
                  <a:solidFill>
                    <a:srgbClr val="FF0000"/>
                  </a:solidFill>
                </a:ln>
              </a:rPr>
              <a:t>Confidential</a:t>
            </a:r>
            <a:endParaRPr kumimoji="1" lang="ja-JP" altLang="en-US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176381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9D34FD-680D-25F2-D878-D297655A2B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293949C-FB6E-DBF8-3C93-112FB28D92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FF98101-81CE-0400-BFBF-97613AC13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64D6C-7A1C-9348-8AC7-2D8E7FEEDE81}" type="datetimeFigureOut">
              <a:rPr kumimoji="1" lang="ja-JP" altLang="en-US" smtClean="0"/>
              <a:t>2026/5/23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3B725B5-DF51-A841-E0DA-002BDE3C1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89ADD2A-21D4-4538-FFE9-4D4212802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2D659-A7AB-C242-BC25-AE059370A8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4242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DF986A-D902-6E0F-E106-59BE3012D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86CED97-1792-58A1-9D35-931862F2B4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49EC24C-1596-3394-1F5A-F7CB9892E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64D6C-7A1C-9348-8AC7-2D8E7FEEDE81}" type="datetimeFigureOut">
              <a:rPr kumimoji="1" lang="ja-JP" altLang="en-US" smtClean="0"/>
              <a:t>2026/5/23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560701B-8606-F83C-D59B-15EA2C16F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8DB5786-D6F2-5AED-4EA4-2C97C08B7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2D659-A7AB-C242-BC25-AE059370A8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5054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EF0FD6-74C2-EA79-92A4-6169E1CE1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1F20485-AE1E-9291-BDB3-AEA1D66C6E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5BD9096-BD35-441F-8F89-BA8C6932B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64D6C-7A1C-9348-8AC7-2D8E7FEEDE81}" type="datetimeFigureOut">
              <a:rPr kumimoji="1" lang="ja-JP" altLang="en-US" smtClean="0"/>
              <a:t>2026/5/23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0B62FAE-3714-6442-0F3C-2DCDC7544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3AA5234-1934-086B-3267-24BC92769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2D659-A7AB-C242-BC25-AE059370A8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0928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C4B0CC-82A3-4939-71DE-7A1A0F652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FB63B12-502D-1A56-D98B-D027805400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0E17C58-D9F0-2E60-B863-1BB22BCFB8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42FA630-01B2-7AAD-505E-DA2F04B58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64D6C-7A1C-9348-8AC7-2D8E7FEEDE81}" type="datetimeFigureOut">
              <a:rPr kumimoji="1" lang="ja-JP" altLang="en-US" smtClean="0"/>
              <a:t>2026/5/23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2B770DB-739E-F851-7870-B879C3CF8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D6EAAF4-DFBC-2629-48EC-8A7912C62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2D659-A7AB-C242-BC25-AE059370A8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9338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A1293C-4782-6A3D-FF75-00F093E6A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8F0447D-C2BD-78DD-047E-2048E54DC9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1BAD6B8-5463-DA4A-B602-9628627D68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6F64300-497D-3C62-9820-DC850623BE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B27F768-3CB1-4A69-7B2D-E46E6A3D07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F34EB51-05F8-0961-8671-C17D841C1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64D6C-7A1C-9348-8AC7-2D8E7FEEDE81}" type="datetimeFigureOut">
              <a:rPr kumimoji="1" lang="ja-JP" altLang="en-US" smtClean="0"/>
              <a:t>2026/5/23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32A40D9-3B8D-7D09-D210-2C17198F5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079EFF9-1E3E-440F-EC0C-798CB9227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2D659-A7AB-C242-BC25-AE059370A8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3198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907E6D-75A5-00ED-1336-BABC8B1AE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51E11D0-01FC-3231-8BF5-251477C37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64D6C-7A1C-9348-8AC7-2D8E7FEEDE81}" type="datetimeFigureOut">
              <a:rPr kumimoji="1" lang="ja-JP" altLang="en-US" smtClean="0"/>
              <a:t>2026/5/23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6572E4B-E8FF-4D97-9104-B6C48D9EB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688C355-5B39-85DD-6384-9A410E4C0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2D659-A7AB-C242-BC25-AE059370A8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30403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6C314ED-89B3-4070-310C-E18AC238D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64D6C-7A1C-9348-8AC7-2D8E7FEEDE81}" type="datetimeFigureOut">
              <a:rPr kumimoji="1" lang="ja-JP" altLang="en-US" smtClean="0"/>
              <a:t>2026/5/23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ACD3541-AC89-2E99-AD0A-FD9E57C5C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A23D8ED-4B8A-5A15-9D44-E5A05C43B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2D659-A7AB-C242-BC25-AE059370A8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96493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B02830-872E-A8AC-3007-F6C2EEB66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0D003FA-5126-1DE2-5D78-671C7874CD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EEE032B-31D0-EE2B-B266-603AE9293E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8B4F0D7-5AD8-934A-6075-BAC8E9A33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64D6C-7A1C-9348-8AC7-2D8E7FEEDE81}" type="datetimeFigureOut">
              <a:rPr kumimoji="1" lang="ja-JP" altLang="en-US" smtClean="0"/>
              <a:t>2026/5/23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6CACD2F-753D-4522-39B8-4C31EFF0D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F416F92-420C-B3C9-6963-AED3F101D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2D659-A7AB-C242-BC25-AE059370A8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72958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317AA8-EF7E-3B5B-7BB9-24FC7C5B0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232FBC8-7860-3F63-539C-83BA63A905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DE49E63-38C7-47AD-F97B-96FFFB6599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E37A290-17C7-6CDA-6BEE-B178E171E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64D6C-7A1C-9348-8AC7-2D8E7FEEDE81}" type="datetimeFigureOut">
              <a:rPr kumimoji="1" lang="ja-JP" altLang="en-US" smtClean="0"/>
              <a:t>2026/5/23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D338071-A4E2-3732-2754-084EFFD76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ACCF124-259C-33CF-7ADC-63D2F3F8A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2D659-A7AB-C242-BC25-AE059370A8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45623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3D6410-0DE3-8181-A85C-602CD6BC0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6C8C058-94D1-B4C7-08C3-5503CD83EF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6165E95-0A51-F339-DCE5-C39A3CD69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64D6C-7A1C-9348-8AC7-2D8E7FEEDE81}" type="datetimeFigureOut">
              <a:rPr kumimoji="1" lang="ja-JP" altLang="en-US" smtClean="0"/>
              <a:t>2026/5/23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C681530-5625-0C28-DBFA-BD568BA7E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D31A434-8801-E6C4-35F3-34DE6C957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2D659-A7AB-C242-BC25-AE059370A8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39854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56E9DAD-3D34-CD7F-8200-8F1522E71F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35263DF-9D6C-5DAC-C035-69A386C735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5C5E1BC-AAF8-A1B7-C4C8-E81D651E1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64D6C-7A1C-9348-8AC7-2D8E7FEEDE81}" type="datetimeFigureOut">
              <a:rPr kumimoji="1" lang="ja-JP" altLang="en-US" smtClean="0"/>
              <a:t>2026/5/23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8197B54-E3A3-7A38-AA19-85E86C314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EF16008-0969-EC8B-1BE5-AA0E15D5E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2D659-A7AB-C242-BC25-AE059370A8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4127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D71F924-4C3F-7FD9-11BC-6DAFA4F74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C5CCCEA-522C-F91A-1B72-09DF9176C1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990204C-B7A9-B475-0882-A793677A24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364D6C-7A1C-9348-8AC7-2D8E7FEEDE81}" type="datetimeFigureOut">
              <a:rPr kumimoji="1" lang="ja-JP" altLang="en-US" smtClean="0"/>
              <a:t>2026/5/23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991CC90-BDDD-B113-3EFB-076FD58961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BFCFE6B-39B7-3428-46CE-89CD12D04F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92D659-A7AB-C242-BC25-AE059370A8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2040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0" r:id="rId2"/>
    <p:sldLayoutId id="2147483661" r:id="rId3"/>
    <p:sldLayoutId id="2147483662" r:id="rId4"/>
    <p:sldLayoutId id="2147483663" r:id="rId5"/>
    <p:sldLayoutId id="2147483649" r:id="rId6"/>
    <p:sldLayoutId id="2147483650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57" r:id="rId14"/>
    <p:sldLayoutId id="2147483658" r:id="rId15"/>
    <p:sldLayoutId id="2147483659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テキスト プレースホルダー 11">
            <a:extLst>
              <a:ext uri="{FF2B5EF4-FFF2-40B4-BE49-F238E27FC236}">
                <a16:creationId xmlns:a16="http://schemas.microsoft.com/office/drawing/2014/main" id="{9ADBC5E1-C5DB-939B-F49D-448DD5BC76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13" name="テキスト プレースホルダー 12">
            <a:extLst>
              <a:ext uri="{FF2B5EF4-FFF2-40B4-BE49-F238E27FC236}">
                <a16:creationId xmlns:a16="http://schemas.microsoft.com/office/drawing/2014/main" id="{203897EE-B99A-B8E3-28FF-C8A12D81C87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14" name="テキスト プレースホルダー 13">
            <a:extLst>
              <a:ext uri="{FF2B5EF4-FFF2-40B4-BE49-F238E27FC236}">
                <a16:creationId xmlns:a16="http://schemas.microsoft.com/office/drawing/2014/main" id="{2A984212-DBAE-B0A5-6950-E8AF82D151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83236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B90A3D9F-B90B-A81E-FB5F-B3B917ACB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5F5AF0F8-EFBF-FA5B-9592-2146F51399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図プレースホルダー 6">
            <a:extLst>
              <a:ext uri="{FF2B5EF4-FFF2-40B4-BE49-F238E27FC236}">
                <a16:creationId xmlns:a16="http://schemas.microsoft.com/office/drawing/2014/main" id="{809C56D4-B8B4-F765-0DD4-BFD11C90D4A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79297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BFE930-0C45-CE92-2E7F-EEED939A9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7C1F190-A4B0-3FBA-7570-7ABA2452D7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9856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40621F-C22B-31B2-2B86-7E45EBC1F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7DB8B07-1BB8-6E8B-3F75-95030C5435C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図プレースホルダー 3">
            <a:extLst>
              <a:ext uri="{FF2B5EF4-FFF2-40B4-BE49-F238E27FC236}">
                <a16:creationId xmlns:a16="http://schemas.microsoft.com/office/drawing/2014/main" id="{6F144AC8-7DF7-F5D9-1D47-E58FBC57E1A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5" name="図プレースホルダー 4">
            <a:extLst>
              <a:ext uri="{FF2B5EF4-FFF2-40B4-BE49-F238E27FC236}">
                <a16:creationId xmlns:a16="http://schemas.microsoft.com/office/drawing/2014/main" id="{FD227AB4-7262-D4A8-94A7-DD2C607BA7C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BE9123C7-8134-BF23-E233-EBBA3DA23E3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0766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A5DBC7-84E4-3482-B551-C57A71609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A834FAF-A6E2-7033-DB98-FA131FA81B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65467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</TotalTime>
  <Words>0</Words>
  <Application>Microsoft Macintosh PowerPoint</Application>
  <PresentationFormat>ワイド画面</PresentationFormat>
  <Paragraphs>0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0" baseType="lpstr">
      <vt:lpstr>Meiryo UI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小林 賢正</dc:creator>
  <cp:lastModifiedBy>小林 賢正</cp:lastModifiedBy>
  <cp:revision>13</cp:revision>
  <dcterms:created xsi:type="dcterms:W3CDTF">2025-12-19T09:32:52Z</dcterms:created>
  <dcterms:modified xsi:type="dcterms:W3CDTF">2026-05-23T07:49:38Z</dcterms:modified>
</cp:coreProperties>
</file>